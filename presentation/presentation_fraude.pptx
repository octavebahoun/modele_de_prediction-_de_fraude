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Détection de Fraude Financière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Analyse et Modélisation avec Random Forest</a:t>
            </a:r>
          </a:p>
          <a:p>
            <a:r>
              <a:t>Janvier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et 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Objectif principal : Identifier automatiquement les transactions frauduleuses.</a:t>
            </a:r>
          </a:p>
          <a:p>
            <a:pPr lvl="1"/>
            <a:r>
              <a:t>Points clés :</a:t>
            </a:r>
          </a:p>
          <a:p>
            <a:pPr lvl="2"/>
            <a:r>
              <a:t>Sécurité des transactions</a:t>
            </a:r>
          </a:p>
          <a:p>
            <a:pPr lvl="2"/>
            <a:r>
              <a:t>Réduction des pertes financières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Exploration du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Description des données :</a:t>
            </a:r>
          </a:p>
          <a:p>
            <a:pPr lvl="1"/>
            <a:r>
              <a:t>2000 transactions enregistrées</a:t>
            </a:r>
          </a:p>
          <a:p>
            <a:pPr lvl="1"/>
            <a:r>
              <a:t>Variables : montant (amount), heure (hour), transactions du jour, changement de lieu/appareil.</a:t>
            </a:r>
          </a:p>
          <a:p>
            <a:pPr lvl="1"/>
            <a:r>
              <a:t>Cible (Label) : is_fraud (0 pour normal, 1 pour fraude).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Analyse des Corrélations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715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Méthodologie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Modèle utilisé : Random Forest Classifier</a:t>
            </a:r>
          </a:p>
          <a:p>
            <a:pPr lvl="1"/>
            <a:r>
              <a:t>Configuration :</a:t>
            </a:r>
          </a:p>
          <a:p>
            <a:pPr lvl="2"/>
            <a:r>
              <a:t>100 arbres de décision</a:t>
            </a:r>
          </a:p>
          <a:p>
            <a:pPr lvl="2"/>
            <a:r>
              <a:t>Répartition 80% entraînement / 20%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des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620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et Matrice de Confusion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096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et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modèle présente une excellente capacité de détection.</a:t>
            </a:r>
          </a:p>
          <a:p>
            <a:pPr lvl="1"/>
            <a:r>
              <a:t>Prochaines étapes :</a:t>
            </a:r>
          </a:p>
          <a:p>
            <a:pPr lvl="2"/>
            <a:r>
              <a:t>Tests sur des données en temps réel</a:t>
            </a:r>
          </a:p>
          <a:p>
            <a:pPr lvl="2"/>
            <a:r>
              <a:t>Optimisation des hyperparamètres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